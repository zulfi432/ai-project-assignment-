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1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63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95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1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79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80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8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18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56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983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27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56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1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00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98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840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Leet</a:t>
            </a:r>
            <a:r>
              <a:rPr lang="en-US" dirty="0"/>
              <a:t> </a:t>
            </a:r>
            <a:r>
              <a:rPr dirty="0"/>
              <a:t>Code Problem 91: </a:t>
            </a:r>
            <a:br>
              <a:rPr lang="en-US" dirty="0"/>
            </a:br>
            <a:r>
              <a:rPr dirty="0"/>
              <a:t>Decode Ways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PRESENTED BY :</a:t>
            </a:r>
          </a:p>
          <a:p>
            <a:r>
              <a:rPr lang="en-US" dirty="0">
                <a:solidFill>
                  <a:schemeClr val="tx1"/>
                </a:solidFill>
              </a:rPr>
              <a:t>ZULFIQAR ALI</a:t>
            </a:r>
          </a:p>
          <a:p>
            <a:r>
              <a:rPr lang="en-US" dirty="0">
                <a:solidFill>
                  <a:schemeClr val="tx1"/>
                </a:solidFill>
              </a:rPr>
              <a:t>BIT -24S-011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🧩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You are given a string of digits, e.g., '226'.</a:t>
            </a:r>
          </a:p>
          <a:p>
            <a:r>
              <a:rPr sz="2400"/>
              <a:t>Each digit or pair of digits maps to a letter:</a:t>
            </a:r>
          </a:p>
          <a:p>
            <a:r>
              <a:rPr sz="2400"/>
              <a:t>'1' → 'A', '2' → 'B', ..., '26' → 'Z'</a:t>
            </a:r>
          </a:p>
          <a:p>
            <a:r>
              <a:rPr sz="2400"/>
              <a:t>You must count the total number of ways to decode the string.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Input: '226'</a:t>
            </a:r>
          </a:p>
          <a:p>
            <a:r>
              <a:rPr sz="2400"/>
              <a:t>Possible Decodings:</a:t>
            </a:r>
          </a:p>
          <a:p>
            <a:r>
              <a:rPr sz="2400"/>
              <a:t>→ '2 2 6' → 'B B F'</a:t>
            </a:r>
          </a:p>
          <a:p>
            <a:r>
              <a:rPr sz="2400"/>
              <a:t>→ '22 6' → 'V F'</a:t>
            </a:r>
          </a:p>
          <a:p>
            <a:r>
              <a:rPr sz="2400"/>
              <a:t>→ '2 26' → 'B Z'</a:t>
            </a:r>
          </a:p>
          <a:p>
            <a:r>
              <a:rPr sz="2400"/>
              <a:t>Total: 3 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Approach: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Create an array dp where dp[i] = number of ways to decode the first i characters.</a:t>
            </a:r>
          </a:p>
          <a:p>
            <a:r>
              <a:rPr sz="2400"/>
              <a:t>At each step, check two things:</a:t>
            </a:r>
          </a:p>
          <a:p>
            <a:r>
              <a:rPr sz="2400"/>
              <a:t>1. Is the single digit valid (≠ 0)?</a:t>
            </a:r>
          </a:p>
          <a:p>
            <a:r>
              <a:rPr sz="2400"/>
              <a:t>2. Are the two digits valid (between 10 and 26)?</a:t>
            </a:r>
          </a:p>
          <a:p>
            <a:r>
              <a:rPr sz="2400"/>
              <a:t>If valid, add previous dp results accordingly.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💻 Python Code (With Comments)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sz="2400"/>
              <a:t>def numDecodings(s):</a:t>
            </a:r>
          </a:p>
          <a:p>
            <a:r>
              <a:rPr sz="2400"/>
              <a:t>    if not s or s[0] == '0': return 0</a:t>
            </a:r>
          </a:p>
          <a:p>
            <a:r>
              <a:rPr sz="2400"/>
              <a:t>    dp = [0] * (len(s) + 1)</a:t>
            </a:r>
          </a:p>
          <a:p>
            <a:r>
              <a:rPr sz="2400"/>
              <a:t>    dp[0] = 1  # base case: empty string</a:t>
            </a:r>
          </a:p>
          <a:p>
            <a:r>
              <a:rPr sz="2400"/>
              <a:t>    dp[1] = 1  # first digit is valid</a:t>
            </a:r>
          </a:p>
          <a:p>
            <a:r>
              <a:rPr sz="2400"/>
              <a:t>    for i in range(2, len(s) + 1):</a:t>
            </a:r>
          </a:p>
          <a:p>
            <a:r>
              <a:rPr sz="2400"/>
              <a:t>        one_digit = int(s[i-1])</a:t>
            </a:r>
          </a:p>
          <a:p>
            <a:r>
              <a:rPr sz="2400"/>
              <a:t>        two_digits = int(s[i-2:i])</a:t>
            </a:r>
          </a:p>
          <a:p>
            <a:r>
              <a:rPr sz="2400"/>
              <a:t>        if 1 &lt;= one_digit &lt;= 9: dp[i] += dp[i-1]</a:t>
            </a:r>
          </a:p>
          <a:p>
            <a:r>
              <a:rPr sz="2400"/>
              <a:t>        if 10 &lt;= two_digits &lt;= 26: dp[i] += dp[i-2]</a:t>
            </a:r>
          </a:p>
          <a:p>
            <a:r>
              <a:rPr sz="2400"/>
              <a:t>    return dp[len(s)]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🧪 Dry Run: Input = '226'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i = 2: '2' is valid → dp[2] += dp[1]</a:t>
            </a:r>
          </a:p>
          <a:p>
            <a:r>
              <a:rPr sz="2400"/>
              <a:t>        '22' is valid → dp[2] += dp[0]</a:t>
            </a:r>
          </a:p>
          <a:p>
            <a:r>
              <a:rPr sz="2400"/>
              <a:t>i = 3: '6' is valid → dp[3] += dp[2]</a:t>
            </a:r>
          </a:p>
          <a:p>
            <a:r>
              <a:rPr sz="2400"/>
              <a:t>        '26' is valid → dp[3] += dp[1]</a:t>
            </a:r>
          </a:p>
          <a:p>
            <a:r>
              <a:rPr sz="2400"/>
              <a:t>Final dp = [1, 1, 2, 3]</a:t>
            </a:r>
          </a:p>
          <a:p>
            <a:r>
              <a:rPr sz="2400"/>
              <a:t>Return: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Edge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'' → 0 (empty string)</a:t>
            </a:r>
          </a:p>
          <a:p>
            <a:r>
              <a:rPr sz="2400"/>
              <a:t>'0' → 0 (zero alone is not valid)</a:t>
            </a:r>
          </a:p>
          <a:p>
            <a:r>
              <a:rPr sz="2400"/>
              <a:t>'10' → 1 (only 'J')</a:t>
            </a:r>
          </a:p>
          <a:p>
            <a:r>
              <a:rPr sz="2400"/>
              <a:t>'100' → 0 (invalid because '00' is not valid)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⏱️ Time: O(n) — One pass through the string</a:t>
            </a:r>
          </a:p>
          <a:p>
            <a:r>
              <a:rPr sz="2400"/>
              <a:t>💾 Space: O(n) — dp array of size n+1</a:t>
            </a:r>
          </a:p>
          <a:p>
            <a:r>
              <a:rPr sz="2400"/>
              <a:t>Note: Can be optimized to O(1) space using two variables.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</TotalTime>
  <Words>505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Leet Code Problem 91:  Decode Ways</vt:lpstr>
      <vt:lpstr>🧩 Problem Statement</vt:lpstr>
      <vt:lpstr>🧠 Examples</vt:lpstr>
      <vt:lpstr>🔍 Approach: Dynamic Programming</vt:lpstr>
      <vt:lpstr>💻 Python Code (With Comments)</vt:lpstr>
      <vt:lpstr>🧪 Dry Run: Input = '226'</vt:lpstr>
      <vt:lpstr>⚠️ Edge Cases</vt:lpstr>
      <vt:lpstr>📈 Complexity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Subhash .</cp:lastModifiedBy>
  <cp:revision>2</cp:revision>
  <dcterms:created xsi:type="dcterms:W3CDTF">2013-01-27T09:14:16Z</dcterms:created>
  <dcterms:modified xsi:type="dcterms:W3CDTF">2025-06-03T18:25:59Z</dcterms:modified>
  <cp:category/>
</cp:coreProperties>
</file>